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Second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Inherited title geometry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font and theme color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400" b="1">
                <a:solidFill>
                  <a:srgbClr val="123456"/>
                </a:solidFill>
                <a:latin typeface="Arial"/>
              </a:rPr>
              <a:t>日本語 &amp; &lt;PowerPoint&gt;</a:t>
            </a:r>
          </a:p>
        </p:txBody>
      </p:sp>
      <p:sp>
        <p:nvSpPr>
          <p:cNvPr id="3" name="Rounded Rectangle 2"/>
          <p:cNvSpPr/>
          <p:nvPr/>
        </p:nvSpPr>
        <p:spPr>
          <a:xfrm rot="900000">
            <a:off x="914400" y="2743200"/>
            <a:ext cx="2743200" cy="1097280"/>
          </a:xfrm>
          <a:prstGeom prst="roundRect">
            <a:avLst/>
          </a:prstGeom>
          <a:solidFill>
            <a:srgbClr val="339966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 text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0">
            <a:off x="6400800" y="18288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compatibility fixture</dc:title>
  <dc:subject/>
  <dc:creator>LikeX</dc:creator>
  <cp:keywords/>
  <dc:description>LikeX PPTX interoperability fixture generated with python-pptx</dc:description>
  <cp:lastModifiedBy>LikeX</cp:lastModifiedBy>
  <cp:revision>1</cp:revision>
  <dcterms:created xsi:type="dcterms:W3CDTF">2026-09-16T00:00:00Z</dcterms:created>
  <dcterms:modified xsi:type="dcterms:W3CDTF">2026-09-16T00:00:00Z</dcterms:modified>
  <cp:category/>
</cp:coreProperties>
</file>